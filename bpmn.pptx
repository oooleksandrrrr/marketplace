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>
        <p:scale>
          <a:sx n="100" d="100"/>
          <a:sy n="100" d="100"/>
        </p:scale>
        <p:origin x="1152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E3B6-3766-83C6-E524-E28BD6DC7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EB17F-544A-6196-CE12-55A092580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6D5D-574B-134C-DEC2-9F3AFBD8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B97B6-5574-4196-9202-C7CE818F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65E3-86B1-CF31-AB6B-7AAA220E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0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AD126-265E-A8F0-20CD-6F5DF93A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321F-1489-2E38-9866-95240E354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65FB8-2B13-D928-8C57-47FF1068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A8E22-8CC2-79FE-9A91-5C4A2E8C4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813D-EC2F-3F5D-E9C9-AE3F468C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2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A817-807A-266D-5C4C-9B73AE696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0B8D2-8202-27F8-B70E-4E4F2A403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D77A-5A91-8C40-2006-15E05C9C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EFAD-D495-722E-E6A6-437ECF72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1A493-E0E1-2F1D-FF64-7B782A75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1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7EAD3-5741-8DAE-B9F9-2D45B432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82F10-2A9C-13CE-6CC6-30FC6EF7D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A5FC5-EA1F-D1B3-4710-218A3FCA3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F675B-902B-4E17-5A0F-8A3C1610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C00F1-B6B8-2374-33D5-373F7E2F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AAFC7-008A-7F93-57E8-C1B83EB7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2C6F-1441-2D8A-C298-73CCDE65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A390C-E92C-7611-48BC-294C25B59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6861D-9598-4B80-B2AE-DE122388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E970F-7CEE-1178-270A-BFD99CDC7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21404-02E0-ECE0-5A4B-C056CD904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15832-E54B-5761-C972-5CD176E2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97613-D561-0B11-AE6F-3BFD8065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7FCDA-8E99-A819-A485-EC9A6A63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8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1F0C-7C16-3132-FA81-8F46C14A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3648-4F44-2F94-6EB5-C5EDB5F5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EAAE74-91E7-B721-97D4-49AEB9FF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BD970-6E46-D137-08C6-442F5E42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55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E7198-7768-DD19-546E-6A8F1CC7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8BAAA-3B87-1F8A-61E4-5B2138B5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56057-3F25-C07E-BE35-E4D411CB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0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7569-BFDA-43FA-9269-6F9238BC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3665C-73DD-F321-9116-2B6E2A9B6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E9E11-2A8D-4EAF-BB1E-334845F28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070BC-43AE-ADC0-B2A6-940DB656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FAA9E-303D-7269-4D46-01904A037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9B13F-1620-825E-358E-BEC6695B8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6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4E87-CE2C-8860-F967-7DE78914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48332A-F51A-77B2-36A6-2C136EEB36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8184-4029-C3E8-9451-0A8FF7837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566A6-FC19-9249-0C36-B2246971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D866-7563-4409-F579-89ED03938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288AA-E5F3-4797-3E1F-44B799C2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2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155E-A54A-CFF4-9693-F0BA7AF0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F62F9B-9416-D01A-47FF-D44958395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F4D6C-2F13-C2DF-8C65-32A6CC7F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732DC-67E8-952E-5C98-4B144D23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D695E-93A6-4FC3-5A29-C110B3D6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90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C35D71-05D4-FF6D-5DF6-FF815C80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C5AA6-40DE-2F88-5F82-66CD1F40D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4AA85-66AA-5659-AB89-15618FCA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AC31D-80C9-4F95-713F-0EDD6443B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641B0-46E2-111B-5B6E-E50CD8ED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1E182-3CC4-A892-E843-D3DE519A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9E7A-3B9C-C7B7-674F-EE7FC0D4F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DA172-E5B5-4F8D-00BB-FF03260FE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A8A20-CF6D-46FA-B1E8-E9A17203356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B784B-8497-6E9D-180C-743ADF885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7687-32A1-9892-08C0-34642E859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9A10AA-DE84-43FF-B0F9-0D7A6EA0E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8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2342-E90A-DAE6-219F-1B3FB2DD2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Arcgis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5E94C-18F1-2319-15CD-13BD32918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68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7701-90B0-AA5C-CA3B-F4ECC4D4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imagery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B06D28-8FEF-2FB3-F4BB-77EBC5AEA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4051381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258F-EC5D-51D0-DAE4-1B1D4803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 imagery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EB3ABD-60DC-EA00-B62A-DE9E389CC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65221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47A9-1F3D-9952-F627-40AB3595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472494-A478-8484-2E9D-3C199305D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418350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7A83-01CF-53A5-60B2-04EC6224F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imagery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A8057B-D148-064D-FCAE-0E68C4ACA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45919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51AF-D0D8-E43B-31E2-C554D2A2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 access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D1E809-0EEF-78F1-C97E-60212032D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404601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9059-6895-F275-5C22-D09CA1B5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raster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A6BCA-D056-A5B9-7FBB-4D7E5D11F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3307436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F014-6780-584E-656E-CF02258F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skifi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E562A-5591-5CCF-A42E-963052E6D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8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C544-67F3-D0E8-DA4F-ED1B8E4E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Archive purchase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B2EE43-3021-EC89-6EEE-B5D72DD7E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850846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A941-9E2D-D7AE-2655-67DA18FE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tasking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CC1395-087D-8CAB-6606-4769D6731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597066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71D9-EF8C-9C9B-F96F-77C2BD0FD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C5BE8B-C943-C92C-61B7-5CC6DD144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252940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4287-57E8-1ADA-19E0-9B4D7B64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delivery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CFDBBB-B39C-2B06-76CA-D98569E8C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404769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EF71-EEC5-303A-F307-AEEE0B72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Arcgis</a:t>
            </a:r>
            <a:r>
              <a:rPr lang="en-US" dirty="0"/>
              <a:t> </a:t>
            </a:r>
            <a:r>
              <a:rPr lang="en-US" dirty="0" err="1"/>
              <a:t>stac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6C835D-E6D1-EAED-177B-1F9F6CFE8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34718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968C-687E-199A-AD37-0AA83D057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Wmts</a:t>
            </a:r>
            <a:r>
              <a:rPr lang="en-US" dirty="0"/>
              <a:t> streaming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4FA4DE-C162-EC62-680C-8E8BD017A3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683539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D2A7-E1A6-EA50-F914-3E26DB52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Skywatch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62F5F-4112-AA54-2EA6-3360CA9FC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92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99C23-13F1-EAC0-738A-4922800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Archive order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A6A50C-47DE-B5F7-426A-BC9AB793C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83458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4F48-E715-5234-8B7A-86942B65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3B308-91B1-8BA4-4247-5B1A2C840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2945542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8DC3-C164-7FCE-9180-70D88703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A13E66-6466-E2C9-5270-AF0002DFD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572528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9B21-164A-1EBB-B96A-7597E5AA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Directview</a:t>
            </a:r>
            <a:r>
              <a:rPr lang="en-US" dirty="0"/>
              <a:t> </a:t>
            </a:r>
            <a:r>
              <a:rPr lang="en-US" dirty="0" err="1"/>
              <a:t>wmts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772F73-A958-4F2A-99D4-CA2DD3976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810926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4AB5-87EB-8601-B485-3194E268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billing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D66AB9-BED3-DB05-981C-0DD667263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1514482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B74C-94F3-D1AF-FCEC-DA3F0DCA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access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993FAE-6551-AE4E-445B-D0ACB556C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3668340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644F-7CFE-9103-C687-142D945E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Up42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61F7B-70F9-EE42-9AE3-F8839F00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81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0801-BCB4-8FB6-48FC-97169B0A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69EB7C-3A8E-C3A9-D04B-A1EC0D37C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59" y="1825625"/>
            <a:ext cx="10314282" cy="4351338"/>
          </a:xfrm>
        </p:spPr>
      </p:pic>
    </p:spTree>
    <p:extLst>
      <p:ext uri="{BB962C8B-B14F-4D97-AF65-F5344CB8AC3E}">
        <p14:creationId xmlns:p14="http://schemas.microsoft.com/office/powerpoint/2010/main" val="3871297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184A-5C39-AA93-D23E-83D1D4A9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proccessing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4BBB52-92A3-AE33-4345-651DAE327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740" y="1825625"/>
            <a:ext cx="9884520" cy="4351338"/>
          </a:xfrm>
        </p:spPr>
      </p:pic>
    </p:spTree>
    <p:extLst>
      <p:ext uri="{BB962C8B-B14F-4D97-AF65-F5344CB8AC3E}">
        <p14:creationId xmlns:p14="http://schemas.microsoft.com/office/powerpoint/2010/main" val="1506907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67A7-2E93-E5F2-BD92-69FBBAF89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managment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8B319B-D3BA-6A24-2B8D-CCC11011B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01" y="1825625"/>
            <a:ext cx="9293598" cy="4351338"/>
          </a:xfrm>
        </p:spPr>
      </p:pic>
    </p:spTree>
    <p:extLst>
      <p:ext uri="{BB962C8B-B14F-4D97-AF65-F5344CB8AC3E}">
        <p14:creationId xmlns:p14="http://schemas.microsoft.com/office/powerpoint/2010/main" val="544863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E7D8-FE08-4072-3A08-86AFEE9D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Catalog search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3A183-3279-80AD-41AA-FBD6365A8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3734672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F34B-42D2-46F5-CD88-5A53DC54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E7278A-2E6F-9208-5F84-B8E79ED3A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180" y="1825625"/>
            <a:ext cx="9669640" cy="4351338"/>
          </a:xfrm>
        </p:spPr>
      </p:pic>
    </p:spTree>
    <p:extLst>
      <p:ext uri="{BB962C8B-B14F-4D97-AF65-F5344CB8AC3E}">
        <p14:creationId xmlns:p14="http://schemas.microsoft.com/office/powerpoint/2010/main" val="3227941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7689-73C7-269F-AF8A-726C4B38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</a:t>
            </a:r>
            <a:r>
              <a:rPr lang="en-US" dirty="0" err="1"/>
              <a:t>eula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560A43-1897-858D-8E2D-06219AF48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102" y="1825625"/>
            <a:ext cx="8487795" cy="4351338"/>
          </a:xfrm>
        </p:spPr>
      </p:pic>
    </p:spTree>
    <p:extLst>
      <p:ext uri="{BB962C8B-B14F-4D97-AF65-F5344CB8AC3E}">
        <p14:creationId xmlns:p14="http://schemas.microsoft.com/office/powerpoint/2010/main" val="394073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</Words>
  <Application>Microsoft Office PowerPoint</Application>
  <PresentationFormat>Widescreen</PresentationFormat>
  <Paragraphs>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Arcgis</vt:lpstr>
      <vt:lpstr>Discover imagery</vt:lpstr>
      <vt:lpstr>Publish imagery</vt:lpstr>
      <vt:lpstr>Raster analysis </vt:lpstr>
      <vt:lpstr>Manage imagery</vt:lpstr>
      <vt:lpstr>Share access </vt:lpstr>
      <vt:lpstr>Download raster</vt:lpstr>
      <vt:lpstr>skifi</vt:lpstr>
      <vt:lpstr>Archive purchase</vt:lpstr>
      <vt:lpstr>New tasking</vt:lpstr>
      <vt:lpstr>analytics</vt:lpstr>
      <vt:lpstr>Order delivery</vt:lpstr>
      <vt:lpstr>Arcgis stac</vt:lpstr>
      <vt:lpstr>Wmts streaming</vt:lpstr>
      <vt:lpstr>Skywatch</vt:lpstr>
      <vt:lpstr>Archive order</vt:lpstr>
      <vt:lpstr>tasking</vt:lpstr>
      <vt:lpstr>Orders results</vt:lpstr>
      <vt:lpstr>Directview wmts</vt:lpstr>
      <vt:lpstr>Projects billing</vt:lpstr>
      <vt:lpstr>Role access</vt:lpstr>
      <vt:lpstr>Up42</vt:lpstr>
      <vt:lpstr>tasking</vt:lpstr>
      <vt:lpstr>proccessing</vt:lpstr>
      <vt:lpstr>Data managment</vt:lpstr>
      <vt:lpstr>Catalog search</vt:lpstr>
      <vt:lpstr>Order results</vt:lpstr>
      <vt:lpstr>Access eula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 Tihooo</dc:creator>
  <cp:lastModifiedBy>Alexandro Tihooo</cp:lastModifiedBy>
  <cp:revision>2</cp:revision>
  <dcterms:created xsi:type="dcterms:W3CDTF">2026-09-23T15:25:17Z</dcterms:created>
  <dcterms:modified xsi:type="dcterms:W3CDTF">2026-09-23T15:34:26Z</dcterms:modified>
</cp:coreProperties>
</file>